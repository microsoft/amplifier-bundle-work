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Simple Light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Main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Supporting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