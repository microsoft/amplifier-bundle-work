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1F5F9"/>
                </a:solidFill>
                <a:latin typeface="Arial"/>
              </a:defRPr>
            </a:pPr>
            <a:r>
              <a:t>Simple Dark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1F5F9"/>
                </a:solidFill>
                <a:latin typeface="Arial"/>
              </a:defRPr>
            </a:pPr>
            <a:r>
              <a:t>Main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1F5F9"/>
                </a:solidFill>
                <a:latin typeface="Arial"/>
              </a:defRPr>
            </a:pPr>
            <a:r>
              <a:t>Supporting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1F5F9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