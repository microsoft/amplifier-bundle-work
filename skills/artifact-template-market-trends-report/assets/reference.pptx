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Market Trends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Market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Observed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Evidence and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