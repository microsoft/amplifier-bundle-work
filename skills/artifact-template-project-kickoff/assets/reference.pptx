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Project Kickoff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Purpose and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Scope and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Milestones and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Risks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