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placeholders with sourced content. Verify every rendered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placeholders with sourced content. Verify every rendered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placeholders with sourced content. Verify every rendered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placeholders with sourced content. Verify every rendered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placeholders with sourced content. Verify every rendered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83B56"/>
                </a:solidFill>
                <a:latin typeface="Arial"/>
              </a:defRPr>
            </a:pPr>
            <a:r>
              <a:t>Business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83B56"/>
                </a:solidFill>
                <a:latin typeface="Arial"/>
              </a:defRPr>
            </a:pPr>
            <a:r>
              <a:t>[Add the main message and supporting evidence.]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[Source or presenter notes]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126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83B56"/>
                </a:solidFill>
                <a:latin typeface="Arial"/>
              </a:defRPr>
            </a:pPr>
            <a:r>
              <a:t>Executive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83B56"/>
                </a:solidFill>
                <a:latin typeface="Arial"/>
              </a:defRPr>
            </a:pPr>
            <a:r>
              <a:t>[Add the main message and supporting evidence.]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[Source or presenter notes]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126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83B56"/>
                </a:solidFill>
                <a:latin typeface="Arial"/>
              </a:defRPr>
            </a:pPr>
            <a:r>
              <a:t>Results and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83B56"/>
                </a:solidFill>
                <a:latin typeface="Arial"/>
              </a:defRPr>
            </a:pPr>
            <a:r>
              <a:t>[Add the main message and supporting evidence.]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[Source or presenter notes]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126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83B56"/>
                </a:solidFill>
                <a:latin typeface="Arial"/>
              </a:defRPr>
            </a:pPr>
            <a:r>
              <a:t>Drivers and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83B56"/>
                </a:solidFill>
                <a:latin typeface="Arial"/>
              </a:defRPr>
            </a:pPr>
            <a:r>
              <a:t>[Add the main message and supporting evidence.]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[Source or presenter notes]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126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83B56"/>
                </a:solidFill>
                <a:latin typeface="Arial"/>
              </a:defRPr>
            </a:pPr>
            <a:r>
              <a:t>Decisions and owners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83B56"/>
                </a:solidFill>
                <a:latin typeface="Arial"/>
              </a:defRPr>
            </a:pPr>
            <a:r>
              <a:t>[Add the main message and supporting evidence.]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[Source or presenter notes]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126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